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tablero real, capturado del laboratorio. Los cinco números de arriba son las cinco preguntas del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Mismos cinco números, otra fuente. Un colector dentro del clúster los escribe cada 30 segundos en InfluxDB, que vive fuera del clúster.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Ambas capturas tomadas al mismo tiempo, con Postgres detenido. Izquierda: los 12 paneles de la opción A sin datos. Derecha: la opción B intacta, leyendo de InfluxDB. Al volver a levantar la base, la opción A se recupera sola en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Visibilidad de Airflow en Grafana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Dos opciones, probadas en un laboratorio real</a:t>
            </a:r>
          </a:p>
          <a:p>
            <a:r>
              <a:t>Airflow 2.8.1 · Grafana 13 · 24 de octubre de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Laboratorio reproducible · github.com/trmave/airflow-visibilidad-lab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problema: cuatro preguntas sin respuesta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¿Cuántos DAGs hay en total en el clúster?</a:t>
            </a:r>
          </a:p>
          <a:p>
            <a:pPr/>
            <a:r>
              <a:rPr/>
              <a:t>¿Cuántos se ejecutaron bien en las últimas 24 horas?</a:t>
            </a:r>
          </a:p>
          <a:p>
            <a:pPr/>
            <a:r>
              <a:rPr/>
              <a:t>¿Cuántos fallaron?</a:t>
            </a:r>
          </a:p>
          <a:p>
            <a:pPr/>
            <a:r>
              <a:rPr/>
              <a:t>¿Cuántos llevan corriendo **más de una hora**?</a:t>
            </a:r>
          </a:p>
          <a:p>
            <a:pPr lvl="1"/>
            <a:r>
              <a:rPr/>
              <a:t>La UI de Airflow responde DAG por DAG, no agrega. Y "más de 1 h corriendo" no aparece en ninguna pantalla.</a:t>
            </a:r>
          </a:p>
          <a:p>
            <a:pPr lvl="1"/>
            <a:r>
              <a:rPr/>
              <a:t>Hoy eso se responde abriendo la UI y contando a mano, o no se responde.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Situación actual del cliente · Airflow 2.8.1 / Python 3.10 sobre Kubernetes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 que ya está construido y probado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Airflow 2.8.1 real (Python 3.10) + PostgreSQL 16.11 + Grafana 13.0.2, en Docker.</a:t>
            </a:r>
          </a:p>
          <a:p>
            <a:pPr/>
            <a:r>
              <a:rPr/>
              <a:t>46 DAGs parseados por el scheduler; 4.300 ejecuciones en la metadata DB.</a:t>
            </a:r>
          </a:p>
          <a:p>
            <a:pPr/>
            <a:r>
              <a:rPr/>
              <a:t>Dos tableros: uno en vivo y otro externalizado, sobre los mismos datos.</a:t>
            </a:r>
          </a:p>
          <a:p>
            <a:pPr/>
            <a:r>
              <a:rPr/>
              <a:t>12 + 11 paneles verificados automáticamente: 0 errores.</a:t>
            </a:r>
          </a:p>
          <a:p>
            <a:pPr lvl="1"/>
            <a:r>
              <a:rPr/>
              <a:t>Cifras del momento de armar esta presentación: 46 DAGs · 240 OK · 51 fallidos · 2 corriendo &gt; 1 h · 5 en cola &gt; 15 min.</a:t>
            </a:r>
          </a:p>
          <a:p>
            <a:pPr/>
            <a:r>
              <a:rPr/>
              <a:t>Se reconstruye desde cero con un comando (probado: 0 fallos).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Todo el trabajo está en un repositorio: código, tableros y documentación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A · leer directamente la metadata DB de Airflow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325880"/>
            <a:ext cx="757123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A · cómo funciona y qué implica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Grafana consulta la base de datos de Airflow con un usuario de SOLO LECTURA (30 s de timeout).</a:t>
            </a:r>
          </a:p>
          <a:p>
            <a:pPr/>
            <a:r>
              <a:rPr/>
              <a:t>Cada panel es una consulta SQL; se repite cada 30 segundos.</a:t>
            </a:r>
          </a:p>
          <a:p>
            <a:pPr/>
            <a:r>
              <a:rPr b="1"/>
              <a:t>A favor</a:t>
            </a:r>
          </a:p>
          <a:p>
            <a:pPr lvl="1"/>
            <a:r>
              <a:rPr/>
              <a:t>Cero infraestructura nueva: no se instala nada dentro de Airflow ni se reinicia el scheduler.</a:t>
            </a:r>
          </a:p>
          <a:p>
            <a:pPr lvl="1"/>
            <a:r>
              <a:rPr/>
              <a:t>Datos exactos al segundo; el detalle (qué DAG, cuántos minutos) sale en el mismo panel.</a:t>
            </a:r>
          </a:p>
          <a:p>
            <a:pPr lvl="1"/>
            <a:r>
              <a:rPr/>
              <a:t>Esfuerzo: 3-4 jornadas.</a:t>
            </a:r>
          </a:p>
          <a:p>
            <a:pPr/>
            <a:r>
              <a:rPr b="1"/>
              <a:t>En contra</a:t>
            </a:r>
          </a:p>
          <a:p>
            <a:pPr lvl="1"/>
            <a:r>
              <a:rPr/>
              <a:t>Si el clúster (y su base) se cae, el tablero se queda ciego; la alerta avisa del error, pero no hay datos.</a:t>
            </a:r>
          </a:p>
          <a:p>
            <a:pPr lvl="1"/>
            <a:r>
              <a:rPr/>
              <a:t>La historia disponible es la que no se haya purgado de la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B · externalizar las métricas en InfluxDB</a:t>
            </a:r>
          </a:p>
        </p:txBody>
      </p:sp>
      <p:pic>
        <p:nvPicPr>
          <p:cNvPr id="3" name="Picture 2" descr="dashboard-hi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325880"/>
            <a:ext cx="757123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B · cómo funciona y qué implica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Un colector (CronJob) lee los KPIs cada 30 s y los escribe en InfluxDB, fuera del clúster.</a:t>
            </a:r>
          </a:p>
          <a:p>
            <a:pPr/>
            <a:r>
              <a:rPr/>
              <a:t>Grafana lee de InfluxDB: el tablero ya no depende de la base de Airflow.</a:t>
            </a:r>
          </a:p>
          <a:p>
            <a:pPr/>
            <a:r>
              <a:rPr b="1"/>
              <a:t>A favor</a:t>
            </a:r>
          </a:p>
          <a:p>
            <a:pPr lvl="1"/>
            <a:r>
              <a:rPr/>
              <a:t>El tablero sobrevive a la caída del clúster y conserva historia independiente de la purga.</a:t>
            </a:r>
          </a:p>
          <a:p>
            <a:pPr lvl="1"/>
            <a:r>
              <a:rPr/>
              <a:t>Quita carga analítica a la base que el scheduler necesita para avanzar.</a:t>
            </a:r>
          </a:p>
          <a:p>
            <a:pPr lvl="1"/>
            <a:r>
              <a:rPr/>
              <a:t>Si ya hay Prometheus en la empresa, se usa ese en vez de InfluxDB.</a:t>
            </a:r>
          </a:p>
          <a:p>
            <a:pPr/>
            <a:r>
              <a:rPr b="1"/>
              <a:t>En contra</a:t>
            </a:r>
          </a:p>
          <a:p>
            <a:pPr lvl="1"/>
            <a:r>
              <a:rPr/>
              <a:t>Una base más que mantener, con su retención y su respaldo.</a:t>
            </a:r>
          </a:p>
          <a:p>
            <a:pPr lvl="1"/>
            <a:r>
              <a:rPr/>
              <a:t>El detalle fino sigue necesitando la base de Airflow; y si el colector calla, se ve historia, no presente.</a:t>
            </a:r>
          </a:p>
          <a:p>
            <a:pPr lvl="1"/>
            <a:r>
              <a:rPr/>
              <a:t>Esfuerzo adicional: 1-2 jornadas sobre la opción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prueba: se apaga la base de Airflow y se miran los dos tableros</a:t>
            </a:r>
          </a:p>
        </p:txBody>
      </p:sp>
      <p:pic>
        <p:nvPicPr>
          <p:cNvPr id="3" name="Picture 2" descr="caida-vi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5669280" cy="3937000"/>
          </a:xfrm>
          <a:prstGeom prst="rect">
            <a:avLst/>
          </a:prstGeom>
        </p:spPr>
      </p:pic>
      <p:pic>
        <p:nvPicPr>
          <p:cNvPr id="4" name="Picture 3" descr="caida-vi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5669280" cy="3937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207008"/>
            <a:ext cx="5669280" cy="384048"/>
          </a:xfrm>
          <a:prstGeom prst="roundRect">
            <a:avLst/>
          </a:prstGeom>
          <a:solidFill>
            <a:srgbClr val="FEE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991B1B"/>
                </a:solidFill>
              </a:rPr>
              <a:t>Opción A · sin base = sin tablero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07008"/>
            <a:ext cx="5669280" cy="384048"/>
          </a:xfrm>
          <a:prstGeom prst="roundRect">
            <a:avLst/>
          </a:prstGeom>
          <a:solidFill>
            <a:srgbClr val="DCFC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66534"/>
                </a:solidFill>
              </a:rPr>
              <a:t>Opción B · sigue mostrando el histórico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directa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Opción A · metadata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Opción B · InfluxDB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Fuente de los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 base de Airflow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InfluxDB (colector cada 30 s)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Infraestructura nueva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ninguna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base + 1 colector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Si el clúster se cae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tablero ciego (con alerta)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sigue mostrando historia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Historia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 que no se haya purgado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independiente, con retención propia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Detalle por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parcial (números sí, filas no)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Esfuerzo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3-4 jornadas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 jornadas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t>Cuándo tiene sentido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siempre: es el punto de partida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 piden historia o resiliencia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propongo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Opción A como entregable principal</a:t>
            </a:r>
          </a:p>
          <a:p>
            <a:pPr lvl="1"/>
            <a:r>
              <a:rPr/>
              <a:t>Responde las cuatro preguntas, no toca Airflow y se entrega en 3-4 jornadas.</a:t>
            </a:r>
          </a:p>
          <a:p>
            <a:pPr/>
            <a:r>
              <a:rPr b="1"/>
              <a:t>Opción B como fase 2, con alcance y precio propios</a:t>
            </a:r>
          </a:p>
          <a:p>
            <a:pPr lvl="1"/>
            <a:r>
              <a:rPr/>
              <a:t>Se activa solo si el cliente pide historia larga o continuidad ante caídas.</a:t>
            </a:r>
          </a:p>
          <a:p>
            <a:pPr/>
            <a:r>
              <a:rPr b="1"/>
              <a:t>Lo que hay que cerrar antes de empezar</a:t>
            </a:r>
          </a:p>
          <a:p>
            <a:pPr lvl="1"/>
            <a:r>
              <a:rPr/>
              <a:t>Motor de la base de datos, tamaño de la tabla de ejecuciones, si hay réplica y quién recibe las alertas.</a:t>
            </a:r>
          </a:p>
          <a:p>
            <a:pPr lvl="1"/>
            <a:r>
              <a:rPr/>
              <a:t>Todo eso lo recoge un script de descubrimiento que su equipo ejecuta en 5 minutos, sin darnos acceso.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El laboratorio queda disponible para demostrarlo en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